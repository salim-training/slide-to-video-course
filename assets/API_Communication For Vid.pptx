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809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01585F">
              <a:alpha val="6000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1463040" y="4206240"/>
            <a:ext cx="3291840" cy="3291840"/>
          </a:xfrm>
          <a:prstGeom prst="ellipse">
            <a:avLst/>
          </a:prstGeom>
          <a:solidFill>
            <a:srgbClr val="01585F">
              <a:alpha val="6000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Communication with an API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between Smartphone and Cloud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956048" y="4617720"/>
            <a:ext cx="2286000" cy="45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822960" y="480060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1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E3F2F1"/>
                </a:solidFill>
                <a:latin typeface="Calibri"/>
                <a:ea typeface="Calibri"/>
                <a:cs typeface="Calibri"/>
                <a:sym typeface="Calibri"/>
              </a:rPr>
              <a:t>How data travels between an app and the cloud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Step 1: The App Sends a Request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1188720" y="1554480"/>
            <a:ext cx="2377440" cy="4206240"/>
          </a:xfrm>
          <a:prstGeom prst="roundRect">
            <a:avLst>
              <a:gd fmla="val 6923" name="adj"/>
            </a:avLst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1355141" y="1743761"/>
            <a:ext cx="2044598" cy="3764585"/>
          </a:xfrm>
          <a:prstGeom prst="roundRect">
            <a:avLst>
              <a:gd fmla="val 2683" name="adj"/>
            </a:avLst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2163470" y="1620728"/>
            <a:ext cx="427939" cy="56784"/>
          </a:xfrm>
          <a:prstGeom prst="roundRect">
            <a:avLst>
              <a:gd fmla="val 48309" name="adj"/>
            </a:avLst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2115922" y="5621914"/>
            <a:ext cx="523037" cy="30285"/>
          </a:xfrm>
          <a:prstGeom prst="roundRect">
            <a:avLst>
              <a:gd fmla="val 6038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878178" y="2948428"/>
            <a:ext cx="380390" cy="380390"/>
          </a:xfrm>
          <a:prstGeom prst="roundRect">
            <a:avLst>
              <a:gd fmla="val 961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2496312" y="2948428"/>
            <a:ext cx="380390" cy="380390"/>
          </a:xfrm>
          <a:prstGeom prst="roundRect">
            <a:avLst>
              <a:gd fmla="val 961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1878178" y="3566562"/>
            <a:ext cx="380390" cy="380390"/>
          </a:xfrm>
          <a:prstGeom prst="roundRect">
            <a:avLst>
              <a:gd fmla="val 961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2496312" y="3566562"/>
            <a:ext cx="380390" cy="380390"/>
          </a:xfrm>
          <a:prstGeom prst="roundRect">
            <a:avLst>
              <a:gd fmla="val 961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/>
        </p:nvSpPr>
        <p:spPr>
          <a:xfrm>
            <a:off x="731520" y="587044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Smartphone (App)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8101584" y="1197864"/>
            <a:ext cx="3730752" cy="3730752"/>
          </a:xfrm>
          <a:prstGeom prst="cloud">
            <a:avLst/>
          </a:prstGeom>
          <a:solidFill>
            <a:srgbClr val="E3F2F1"/>
          </a:solidFill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9116568" y="2002536"/>
            <a:ext cx="1700784" cy="2999232"/>
          </a:xfrm>
          <a:prstGeom prst="roundRect">
            <a:avLst>
              <a:gd fmla="val 3226" name="adj"/>
            </a:avLst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9252631" y="2152498"/>
            <a:ext cx="1428659" cy="799795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158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9354678" y="2456420"/>
            <a:ext cx="191951" cy="191951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9966960" y="2392436"/>
            <a:ext cx="578267" cy="9597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9966960" y="2616379"/>
            <a:ext cx="408188" cy="9597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9252631" y="3102254"/>
            <a:ext cx="1428659" cy="799795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158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9354678" y="3406177"/>
            <a:ext cx="191951" cy="191951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9966960" y="3342193"/>
            <a:ext cx="578267" cy="9597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9966960" y="3566136"/>
            <a:ext cx="408188" cy="9597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9252631" y="4052011"/>
            <a:ext cx="1428659" cy="799795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158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9354678" y="4355933"/>
            <a:ext cx="191951" cy="191951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9966960" y="4291950"/>
            <a:ext cx="578267" cy="9597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9966960" y="4515892"/>
            <a:ext cx="408188" cy="9597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 txBox="1"/>
          <p:nvPr/>
        </p:nvSpPr>
        <p:spPr>
          <a:xfrm>
            <a:off x="8138160" y="555040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Cloud Server (Data Center)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3886200" y="3520440"/>
            <a:ext cx="4526280" cy="5029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 txBox="1"/>
          <p:nvPr/>
        </p:nvSpPr>
        <p:spPr>
          <a:xfrm>
            <a:off x="3657600" y="420624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585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1585F"/>
                </a:solidFill>
                <a:latin typeface="Calibri"/>
                <a:ea typeface="Calibri"/>
                <a:cs typeface="Calibri"/>
                <a:sym typeface="Calibri"/>
              </a:rPr>
              <a:t>Application makes a request to server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Step 2: The Server Sends a Response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188720" y="1554480"/>
            <a:ext cx="2377440" cy="4206240"/>
          </a:xfrm>
          <a:prstGeom prst="roundRect">
            <a:avLst>
              <a:gd fmla="val 6923" name="adj"/>
            </a:avLst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1355141" y="1743761"/>
            <a:ext cx="2044598" cy="3764585"/>
          </a:xfrm>
          <a:prstGeom prst="roundRect">
            <a:avLst>
              <a:gd fmla="val 2683" name="adj"/>
            </a:avLst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2163470" y="1620728"/>
            <a:ext cx="427939" cy="56784"/>
          </a:xfrm>
          <a:prstGeom prst="roundRect">
            <a:avLst>
              <a:gd fmla="val 48309" name="adj"/>
            </a:avLst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2115922" y="5621914"/>
            <a:ext cx="523037" cy="30285"/>
          </a:xfrm>
          <a:prstGeom prst="roundRect">
            <a:avLst>
              <a:gd fmla="val 6038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1878178" y="2948428"/>
            <a:ext cx="380390" cy="380390"/>
          </a:xfrm>
          <a:prstGeom prst="roundRect">
            <a:avLst>
              <a:gd fmla="val 961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2496312" y="2948428"/>
            <a:ext cx="380390" cy="380390"/>
          </a:xfrm>
          <a:prstGeom prst="roundRect">
            <a:avLst>
              <a:gd fmla="val 961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1878178" y="3566562"/>
            <a:ext cx="380390" cy="380390"/>
          </a:xfrm>
          <a:prstGeom prst="roundRect">
            <a:avLst>
              <a:gd fmla="val 961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2496312" y="3566562"/>
            <a:ext cx="380390" cy="380390"/>
          </a:xfrm>
          <a:prstGeom prst="roundRect">
            <a:avLst>
              <a:gd fmla="val 961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 txBox="1"/>
          <p:nvPr/>
        </p:nvSpPr>
        <p:spPr>
          <a:xfrm>
            <a:off x="731520" y="587044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Smartphone (App)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8101584" y="1197864"/>
            <a:ext cx="3730752" cy="3730752"/>
          </a:xfrm>
          <a:prstGeom prst="cloud">
            <a:avLst/>
          </a:prstGeom>
          <a:solidFill>
            <a:srgbClr val="E3F2F1"/>
          </a:solidFill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9116568" y="2002536"/>
            <a:ext cx="1700784" cy="2999232"/>
          </a:xfrm>
          <a:prstGeom prst="roundRect">
            <a:avLst>
              <a:gd fmla="val 3226" name="adj"/>
            </a:avLst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9252631" y="2152498"/>
            <a:ext cx="1428659" cy="799795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158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9354678" y="2456420"/>
            <a:ext cx="191951" cy="191951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9966960" y="2392436"/>
            <a:ext cx="578267" cy="9597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9966960" y="2616379"/>
            <a:ext cx="408188" cy="9597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9252631" y="3102254"/>
            <a:ext cx="1428659" cy="799795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158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9354678" y="3406177"/>
            <a:ext cx="191951" cy="191951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9966960" y="3342193"/>
            <a:ext cx="578267" cy="9597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9966960" y="3566136"/>
            <a:ext cx="408188" cy="9597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9252631" y="4052011"/>
            <a:ext cx="1428659" cy="799795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158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9354678" y="4355933"/>
            <a:ext cx="191951" cy="191951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9966960" y="4291950"/>
            <a:ext cx="578267" cy="9597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9966960" y="4515892"/>
            <a:ext cx="408188" cy="9597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 txBox="1"/>
          <p:nvPr/>
        </p:nvSpPr>
        <p:spPr>
          <a:xfrm>
            <a:off x="8138160" y="555040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Cloud Server (Data Center)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3886200" y="3520440"/>
            <a:ext cx="4526280" cy="50292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 txBox="1"/>
          <p:nvPr/>
        </p:nvSpPr>
        <p:spPr>
          <a:xfrm>
            <a:off x="3657600" y="420624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585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1585F"/>
                </a:solidFill>
                <a:latin typeface="Calibri"/>
                <a:ea typeface="Calibri"/>
                <a:cs typeface="Calibri"/>
                <a:sym typeface="Calibri"/>
              </a:rPr>
              <a:t>Server sends data in JSON format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